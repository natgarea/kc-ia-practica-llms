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396777a66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396777a6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396777a66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396777a6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396777a66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396777a6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396777a66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396777a66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396777a66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396777a66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hyperlink" Target="https://unsplash.com/es/@kattyukawa?utm_source=unsplash&amp;utm_medium=referral&amp;utm_content=creditCopyText" TargetMode="External"/><Relationship Id="rId5" Type="http://schemas.openxmlformats.org/officeDocument/2006/relationships/hyperlink" Target="https://unsplash.com/es/@kattyukawa?utm_source=unsplash&amp;utm_medium=referral&amp;utm_content=creditCopyText" TargetMode="External"/><Relationship Id="rId6" Type="http://schemas.openxmlformats.org/officeDocument/2006/relationships/hyperlink" Target="https://unsplash.com/es/fotos/persona-que-muestra-ambas-manos-con-una-nota-de-cambio-y-monedas-K0E6E0a0R3A?utm_source=unsplash&amp;utm_medium=referral&amp;utm_content=creditCopyText" TargetMode="External"/><Relationship Id="rId7" Type="http://schemas.openxmlformats.org/officeDocument/2006/relationships/hyperlink" Target="https://unsplash.com/es/fotos/persona-que-muestra-ambas-manos-con-una-nota-de-cambio-y-monedas-K0E6E0a0R3A?utm_source=unsplash&amp;utm_medium=referral&amp;utm_content=creditCopyTex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natgarea/kc-ia-practica-llm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Donor Copilot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</a:t>
            </a:r>
            <a:r>
              <a:rPr lang="en-GB"/>
              <a:t>áctica módulo LLMs: recomendador de organizaciones benéficas con RAG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 problema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Elegir una organización benéfica fiable y de alto impacto no es fácil</a:t>
            </a:r>
            <a:br>
              <a:rPr lang="en-GB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La i</a:t>
            </a:r>
            <a:r>
              <a:rPr lang="en-GB"/>
              <a:t>nformación sobre impacto y transparencia está dispersa y es difícil de evaluar</a:t>
            </a:r>
            <a:br>
              <a:rPr lang="en-GB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Existen evaluadores como GiveWell o The Life You Can Save</a:t>
            </a:r>
            <a:br>
              <a:rPr lang="en-GB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Si le pedimos consejo para elegir una a un LLM genérico puede alucinar</a:t>
            </a:r>
            <a:endParaRPr/>
          </a:p>
        </p:txBody>
      </p:sp>
      <p:pic>
        <p:nvPicPr>
          <p:cNvPr id="93" name="Google Shape;93;p14" title="katt-yukawa-K0E6E0a0R3A-unsplash.jpg"/>
          <p:cNvPicPr preferRelativeResize="0"/>
          <p:nvPr/>
        </p:nvPicPr>
        <p:blipFill rotWithShape="1">
          <a:blip r:embed="rId3">
            <a:alphaModFix/>
          </a:blip>
          <a:srcRect b="0" l="16401" r="0" t="0"/>
          <a:stretch/>
        </p:blipFill>
        <p:spPr>
          <a:xfrm>
            <a:off x="4742650" y="1229975"/>
            <a:ext cx="3999898" cy="318897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4753801" y="4340901"/>
            <a:ext cx="39141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Foto de</a:t>
            </a:r>
            <a:r>
              <a:rPr lang="en-GB" sz="1100">
                <a:uFill>
                  <a:noFill/>
                </a:uFill>
                <a:hlinkClick r:id="rId4"/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5"/>
              </a:rPr>
              <a:t>Katt Yukawa</a:t>
            </a:r>
            <a:r>
              <a:rPr lang="en-GB" sz="1100"/>
              <a:t> en</a:t>
            </a:r>
            <a:r>
              <a:rPr lang="en-GB" sz="1100">
                <a:uFill>
                  <a:noFill/>
                </a:uFill>
                <a:hlinkClick r:id="rId6"/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7"/>
              </a:rPr>
              <a:t>Unsplash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Enfoque RAG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Pretendemos hacer un PoC con: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Generación Aumentada por Recuperación (RAG)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Base de conocimiento con fuentes basadas en evidencia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El LLM deberá: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Usar solo contexto recuperado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Citar siempre las fuentes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Rechazar responder cuando no tenga evidencia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Implementación y retos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Dataset generado con un LLM (Claude)</a:t>
            </a:r>
            <a:br>
              <a:rPr lang="en-GB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LlamaIndex + Chroma</a:t>
            </a:r>
            <a:br>
              <a:rPr lang="en-GB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Embeddings locales (all-MiniLM-L6-v2)</a:t>
            </a:r>
            <a:br>
              <a:rPr lang="en-GB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Modelo instruct (phi-3-mini-4k-instruct)</a:t>
            </a:r>
            <a:br>
              <a:rPr lang="en-GB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Retos: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GB"/>
              <a:t>afinado del prompt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GB"/>
              <a:t>control del output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GB"/>
              <a:t>inferencia local lenta (GPU + float16)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Evaluación y conclusiones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Buen comportamiento en citas y robustez frente a inyecciones.</a:t>
            </a:r>
            <a:br>
              <a:rPr lang="en-GB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Limitación: no está rechazando automáticamente lo que está fuera de alcance como se esperaba. No distingue entre tener contexto y tener contexto relevante.</a:t>
            </a:r>
            <a:br>
              <a:rPr lang="en-GB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El RAG reduce alucinaciones.</a:t>
            </a:r>
            <a:br>
              <a:rPr lang="en-GB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Al escalar el dataset es necesario aplicar más limitaciones</a:t>
            </a:r>
            <a:br>
              <a:rPr lang="en-GB"/>
            </a:br>
            <a:r>
              <a:rPr lang="en-GB"/>
              <a:t>al formato de salida.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Enlace al repositorio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https://github.com/natgarea/kc-ia-practica-llms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El README contiene una explicación más detallada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Los notebooks tienen comentarios relevantes a los pasos que se aplican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